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Research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An autonomous, multi-agent AI research system</a:t>
            </a:r>
          </a:p>
          <a:p>
            <a:pPr>
              <a:spcAft>
                <a:spcPts val="1100"/>
              </a:spcAft>
              <a:defRPr sz="1900"/>
            </a:pPr>
            <a:r>
              <a:t>Built with Python and Google Gemini</a:t>
            </a:r>
          </a:p>
          <a:p>
            <a:pPr>
              <a:spcAft>
                <a:spcPts val="1100"/>
              </a:spcAft>
              <a:defRPr sz="1900"/>
            </a:pPr>
            <a:r>
              <a:t>Automates research planning, web research, source collection, web scraping, and report generation</a:t>
            </a:r>
          </a:p>
          <a:p>
            <a:pPr>
              <a:spcAft>
                <a:spcPts val="1100"/>
              </a:spcAft>
              <a:defRPr sz="1900"/>
            </a:pPr>
            <a:r>
              <a:t>Project: Coding-Contest-Techvurk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Traditional research requires manually searching many websites and reading large amounts of information.</a:t>
            </a:r>
          </a:p>
          <a:p>
            <a:pPr>
              <a:spcAft>
                <a:spcPts val="1100"/>
              </a:spcAft>
              <a:defRPr sz="1900"/>
            </a:pPr>
            <a:r>
              <a:t>Important steps such as planning questions, collecting evidence, extracting webpage content, and writing a report are repetitive.</a:t>
            </a:r>
          </a:p>
          <a:p>
            <a:pPr>
              <a:spcAft>
                <a:spcPts val="1100"/>
              </a:spcAft>
              <a:defRPr sz="1900"/>
            </a:pPr>
            <a:r>
              <a:t>A single LLM prompt can generate an answer, but it may not provide a structured and traceable research process.</a:t>
            </a:r>
          </a:p>
          <a:p>
            <a:pPr>
              <a:spcAft>
                <a:spcPts val="1100"/>
              </a:spcAft>
              <a:defRPr sz="1900"/>
            </a:pPr>
            <a:r>
              <a:t>This project addresses the problem by dividing research into specialized AI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The system accepts a natural-language research question from the user.</a:t>
            </a:r>
          </a:p>
          <a:p>
            <a:pPr>
              <a:spcAft>
                <a:spcPts val="1100"/>
              </a:spcAft>
              <a:defRPr sz="1900"/>
            </a:pPr>
            <a:r>
              <a:t>A Planning Agent converts the question into focused research questions and search queries.</a:t>
            </a:r>
          </a:p>
          <a:p>
            <a:pPr>
              <a:spcAft>
                <a:spcPts val="1100"/>
              </a:spcAft>
              <a:defRPr sz="1900"/>
            </a:pPr>
            <a:r>
              <a:t>A Research Agent performs grounded web research using Gemini and Google Search.</a:t>
            </a:r>
          </a:p>
          <a:p>
            <a:pPr>
              <a:spcAft>
                <a:spcPts val="1100"/>
              </a:spcAft>
              <a:defRPr sz="1900"/>
            </a:pPr>
            <a:r>
              <a:t>A Web Scraper collects and cleans useful webpage content.</a:t>
            </a:r>
          </a:p>
          <a:p>
            <a:pPr>
              <a:spcAft>
                <a:spcPts val="1100"/>
              </a:spcAft>
              <a:defRPr sz="1900"/>
            </a:pPr>
            <a:r>
              <a:t>A Summarization Agent combines the evidence into a structured final report.</a:t>
            </a:r>
          </a:p>
          <a:p>
            <a:pPr>
              <a:spcAft>
                <a:spcPts val="1100"/>
              </a:spcAft>
              <a:defRPr sz="1900"/>
            </a:pPr>
            <a:r>
              <a:t>The complete research process is also saved as a JSON trace.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/>
            </a:pPr>
            <a:r>
              <a:t>User Query</a:t>
            </a:r>
          </a:p>
          <a:p>
            <a:pPr>
              <a:spcAft>
                <a:spcPts val="1100"/>
              </a:spcAft>
              <a:defRPr sz="1900" b="1"/>
            </a:pPr>
            <a:r>
              <a:t>↓</a:t>
            </a:r>
          </a:p>
          <a:p>
            <a:pPr>
              <a:spcAft>
                <a:spcPts val="1100"/>
              </a:spcAft>
              <a:defRPr sz="1900" b="1"/>
            </a:pPr>
            <a:r>
              <a:t>Planning Agent → creates research questions and search queries</a:t>
            </a:r>
          </a:p>
          <a:p>
            <a:pPr>
              <a:spcAft>
                <a:spcPts val="1100"/>
              </a:spcAft>
              <a:defRPr sz="1900" b="1"/>
            </a:pPr>
            <a:r>
              <a:t>↓</a:t>
            </a:r>
          </a:p>
          <a:p>
            <a:pPr>
              <a:spcAft>
                <a:spcPts val="1100"/>
              </a:spcAft>
              <a:defRPr sz="1900" b="1"/>
            </a:pPr>
            <a:r>
              <a:t>Research Agent → searches the web and collects source information</a:t>
            </a:r>
          </a:p>
          <a:p>
            <a:pPr>
              <a:spcAft>
                <a:spcPts val="1100"/>
              </a:spcAft>
              <a:defRPr sz="1900" b="1"/>
            </a:pPr>
            <a:r>
              <a:t>↓</a:t>
            </a:r>
          </a:p>
          <a:p>
            <a:pPr>
              <a:spcAft>
                <a:spcPts val="1100"/>
              </a:spcAft>
              <a:defRPr sz="1900" b="1"/>
            </a:pPr>
            <a:r>
              <a:t>Web Scraper → downloads and cleans selected webpages</a:t>
            </a:r>
          </a:p>
          <a:p>
            <a:pPr>
              <a:spcAft>
                <a:spcPts val="1100"/>
              </a:spcAft>
              <a:defRPr sz="1900" b="1"/>
            </a:pPr>
            <a:r>
              <a:t>↓</a:t>
            </a:r>
          </a:p>
          <a:p>
            <a:pPr>
              <a:spcAft>
                <a:spcPts val="1100"/>
              </a:spcAft>
              <a:defRPr sz="1900" b="1"/>
            </a:pPr>
            <a:r>
              <a:t>Summarization Agent → synthesizes evidence</a:t>
            </a:r>
          </a:p>
          <a:p>
            <a:pPr>
              <a:spcAft>
                <a:spcPts val="1100"/>
              </a:spcAft>
              <a:defRPr sz="1900" b="1"/>
            </a:pPr>
            <a:r>
              <a:t>↓</a:t>
            </a:r>
          </a:p>
          <a:p>
            <a:pPr>
              <a:spcAft>
                <a:spcPts val="1100"/>
              </a:spcAft>
              <a:defRPr sz="1900" b="1"/>
            </a:pPr>
            <a:r>
              <a:t>Final Markdown Report + Research Trace (JSON)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Planning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File: Agents/planning_agent.py</a:t>
            </a:r>
          </a:p>
          <a:p>
            <a:pPr>
              <a:spcAft>
                <a:spcPts val="1100"/>
              </a:spcAft>
              <a:defRPr sz="1900"/>
            </a:pPr>
            <a:r>
              <a:t>Receives the user's broad research question.</a:t>
            </a:r>
          </a:p>
          <a:p>
            <a:pPr>
              <a:spcAft>
                <a:spcPts val="1100"/>
              </a:spcAft>
              <a:defRPr sz="1900"/>
            </a:pPr>
            <a:r>
              <a:t>Breaks the topic into independent, focused research questions.</a:t>
            </a:r>
          </a:p>
          <a:p>
            <a:pPr>
              <a:spcAft>
                <a:spcPts val="1100"/>
              </a:spcAft>
              <a:defRPr sz="1900"/>
            </a:pPr>
            <a:r>
              <a:t>Generates useful search queries.</a:t>
            </a:r>
          </a:p>
          <a:p>
            <a:pPr>
              <a:spcAft>
                <a:spcPts val="1100"/>
              </a:spcAft>
              <a:defRPr sz="1900"/>
            </a:pPr>
            <a:r>
              <a:t>Defines the expected research output.</a:t>
            </a:r>
          </a:p>
          <a:p>
            <a:pPr>
              <a:spcAft>
                <a:spcPts val="1100"/>
              </a:spcAft>
              <a:defRPr sz="1900"/>
            </a:pPr>
            <a:r>
              <a:t>Returns structured information so the next stage can process it programmatically.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Research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File: Agents/researching_agent.py</a:t>
            </a:r>
          </a:p>
          <a:p>
            <a:pPr>
              <a:spcAft>
                <a:spcPts val="1100"/>
              </a:spcAft>
              <a:defRPr sz="1900"/>
            </a:pPr>
            <a:r>
              <a:t>Receives the research questions produced by the Planning Agent.</a:t>
            </a:r>
          </a:p>
          <a:p>
            <a:pPr>
              <a:spcAft>
                <a:spcPts val="1100"/>
              </a:spcAft>
              <a:defRPr sz="1900"/>
            </a:pPr>
            <a:r>
              <a:t>Uses Google Gemini with Google Search grounding to investigate the questions.</a:t>
            </a:r>
          </a:p>
          <a:p>
            <a:pPr>
              <a:spcAft>
                <a:spcPts val="1100"/>
              </a:spcAft>
              <a:defRPr sz="1900"/>
            </a:pPr>
            <a:r>
              <a:t>Collects research answers and source metadata such as titles and URLs.</a:t>
            </a:r>
          </a:p>
          <a:p>
            <a:pPr>
              <a:spcAft>
                <a:spcPts val="1100"/>
              </a:spcAft>
              <a:defRPr sz="1900"/>
            </a:pPr>
            <a:r>
              <a:t>Processes related questions in a structured research workflow.</a:t>
            </a:r>
          </a:p>
          <a:p>
            <a:pPr>
              <a:spcAft>
                <a:spcPts val="1100"/>
              </a:spcAft>
              <a:defRPr sz="1900"/>
            </a:pPr>
            <a:r>
              <a:t>Includes retry handling for API rate-limit situations.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Web Scraper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File: Tools/web_scraper.py</a:t>
            </a:r>
          </a:p>
          <a:p>
            <a:pPr>
              <a:spcAft>
                <a:spcPts val="1100"/>
              </a:spcAft>
              <a:defRPr sz="1900"/>
            </a:pPr>
            <a:r>
              <a:t>Uses Requests to retrieve webpage HTML.</a:t>
            </a:r>
          </a:p>
          <a:p>
            <a:pPr>
              <a:spcAft>
                <a:spcPts val="1100"/>
              </a:spcAft>
              <a:defRPr sz="1900"/>
            </a:pPr>
            <a:r>
              <a:t>Uses BeautifulSoup to parse and clean webpages.</a:t>
            </a:r>
          </a:p>
          <a:p>
            <a:pPr>
              <a:spcAft>
                <a:spcPts val="1100"/>
              </a:spcAft>
              <a:defRPr sz="1900"/>
            </a:pPr>
            <a:r>
              <a:t>Removes unnecessary elements such as scripts, styles, navigation, headers, footers, and sidebars.</a:t>
            </a:r>
          </a:p>
          <a:p>
            <a:pPr>
              <a:spcAft>
                <a:spcPts val="1100"/>
              </a:spcAft>
              <a:defRPr sz="1900"/>
            </a:pPr>
            <a:r>
              <a:t>Extracts readable text for downstream analysis.</a:t>
            </a:r>
          </a:p>
          <a:p>
            <a:pPr>
              <a:spcAft>
                <a:spcPts val="1100"/>
              </a:spcAft>
              <a:defRPr sz="1900"/>
            </a:pPr>
            <a:r>
              <a:t>Handles failed requests, duplicate URLs, HTML validation, and content-size limits.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Summarization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File: Agents/summarizing_agent.py</a:t>
            </a:r>
          </a:p>
          <a:p>
            <a:pPr>
              <a:spcAft>
                <a:spcPts val="1100"/>
              </a:spcAft>
              <a:defRPr sz="1900"/>
            </a:pPr>
            <a:r>
              <a:t>Receives the original question, research findings, source URLs, and scraped content.</a:t>
            </a:r>
          </a:p>
          <a:p>
            <a:pPr>
              <a:spcAft>
                <a:spcPts val="1100"/>
              </a:spcAft>
              <a:defRPr sz="1900"/>
            </a:pPr>
            <a:r>
              <a:t>Synthesizes information from multiple sources.</a:t>
            </a:r>
          </a:p>
          <a:p>
            <a:pPr>
              <a:spcAft>
                <a:spcPts val="1100"/>
              </a:spcAft>
              <a:defRPr sz="1900"/>
            </a:pPr>
            <a:r>
              <a:t>Produces a structured research report.</a:t>
            </a:r>
          </a:p>
          <a:p>
            <a:pPr>
              <a:spcAft>
                <a:spcPts val="1100"/>
              </a:spcAft>
              <a:defRPr sz="1900"/>
            </a:pPr>
            <a:r>
              <a:t>Is instructed to avoid inventing facts or citations.</a:t>
            </a:r>
          </a:p>
          <a:p>
            <a:pPr>
              <a:spcAft>
                <a:spcPts val="1100"/>
              </a:spcAft>
              <a:defRPr sz="1900"/>
            </a:pPr>
            <a:r>
              <a:t>Can identify uncertainty, conflicting information, and limitations in the supplied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Complete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1. User enters a research question.</a:t>
            </a:r>
          </a:p>
          <a:p>
            <a:pPr>
              <a:spcAft>
                <a:spcPts val="1100"/>
              </a:spcAft>
              <a:defRPr sz="1900"/>
            </a:pPr>
            <a:r>
              <a:t>2. Planning Agent creates a research plan.</a:t>
            </a:r>
          </a:p>
          <a:p>
            <a:pPr>
              <a:spcAft>
                <a:spcPts val="1100"/>
              </a:spcAft>
              <a:defRPr sz="1900"/>
            </a:pPr>
            <a:r>
              <a:t>3. Research Agent performs grounded web research.</a:t>
            </a:r>
          </a:p>
          <a:p>
            <a:pPr>
              <a:spcAft>
                <a:spcPts val="1100"/>
              </a:spcAft>
              <a:defRPr sz="1900"/>
            </a:pPr>
            <a:r>
              <a:t>4. Source URLs are collected and deduplicated.</a:t>
            </a:r>
          </a:p>
          <a:p>
            <a:pPr>
              <a:spcAft>
                <a:spcPts val="1100"/>
              </a:spcAft>
              <a:defRPr sz="1900"/>
            </a:pPr>
            <a:r>
              <a:t>5. Web Scraper retrieves and cleans selected webpages.</a:t>
            </a:r>
          </a:p>
          <a:p>
            <a:pPr>
              <a:spcAft>
                <a:spcPts val="1100"/>
              </a:spcAft>
              <a:defRPr sz="1900"/>
            </a:pPr>
            <a:r>
              <a:t>6. Summarization Agent synthesizes the evidence.</a:t>
            </a:r>
          </a:p>
          <a:p>
            <a:pPr>
              <a:spcAft>
                <a:spcPts val="1100"/>
              </a:spcAft>
              <a:defRPr sz="1900"/>
            </a:pPr>
            <a:r>
              <a:t>7. Final report is generated in Markdown.</a:t>
            </a:r>
          </a:p>
          <a:p>
            <a:pPr>
              <a:spcAft>
                <a:spcPts val="1100"/>
              </a:spcAft>
              <a:defRPr sz="1900"/>
            </a:pPr>
            <a:r>
              <a:t>8. Research trace is saved as structured 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Agents/</a:t>
            </a:r>
          </a:p>
          <a:p>
            <a:pPr>
              <a:spcAft>
                <a:spcPts val="1100"/>
              </a:spcAft>
              <a:defRPr sz="1900"/>
            </a:pPr>
            <a:r>
              <a:t>  • planning_agent.py</a:t>
            </a:r>
          </a:p>
          <a:p>
            <a:pPr>
              <a:spcAft>
                <a:spcPts val="1100"/>
              </a:spcAft>
              <a:defRPr sz="1900"/>
            </a:pPr>
            <a:r>
              <a:t>  • researching_agent.py</a:t>
            </a:r>
          </a:p>
          <a:p>
            <a:pPr>
              <a:spcAft>
                <a:spcPts val="1100"/>
              </a:spcAft>
              <a:defRPr sz="1900"/>
            </a:pPr>
            <a:r>
              <a:t>  • summarizing_agent.py</a:t>
            </a:r>
          </a:p>
          <a:p>
            <a:pPr>
              <a:spcAft>
                <a:spcPts val="1100"/>
              </a:spcAft>
              <a:defRPr sz="1900"/>
            </a:pPr>
            <a:r>
              <a:t>Testings/</a:t>
            </a:r>
          </a:p>
          <a:p>
            <a:pPr>
              <a:spcAft>
                <a:spcPts val="1100"/>
              </a:spcAft>
              <a:defRPr sz="1900"/>
            </a:pPr>
            <a:r>
              <a:t>  • Gemini and planner testing scripts</a:t>
            </a:r>
          </a:p>
          <a:p>
            <a:pPr>
              <a:spcAft>
                <a:spcPts val="1100"/>
              </a:spcAft>
              <a:defRPr sz="1900"/>
            </a:pPr>
            <a:r>
              <a:t>Tools/</a:t>
            </a:r>
          </a:p>
          <a:p>
            <a:pPr>
              <a:spcAft>
                <a:spcPts val="1100"/>
              </a:spcAft>
              <a:defRPr sz="1900"/>
            </a:pPr>
            <a:r>
              <a:t>  • web_scraper.py</a:t>
            </a:r>
          </a:p>
          <a:p>
            <a:pPr>
              <a:spcAft>
                <a:spcPts val="1100"/>
              </a:spcAft>
              <a:defRPr sz="1900"/>
            </a:pPr>
            <a:r>
              <a:t>main.py</a:t>
            </a:r>
          </a:p>
          <a:p>
            <a:pPr>
              <a:spcAft>
                <a:spcPts val="1100"/>
              </a:spcAft>
              <a:defRPr sz="1900"/>
            </a:pPr>
            <a:r>
              <a:t>.gitignore</a:t>
            </a:r>
          </a:p>
          <a:p>
            <a:pPr>
              <a:spcAft>
                <a:spcPts val="1100"/>
              </a:spcAft>
              <a:defRPr sz="1900"/>
            </a:pPr>
            <a:r>
              <a:t>outputs/ → generated report and research 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Python — core programming language</a:t>
            </a:r>
          </a:p>
          <a:p>
            <a:pPr>
              <a:spcAft>
                <a:spcPts val="1100"/>
              </a:spcAft>
              <a:defRPr sz="1900"/>
            </a:pPr>
            <a:r>
              <a:t>Google Gemini — AI reasoning and report generation</a:t>
            </a:r>
          </a:p>
          <a:p>
            <a:pPr>
              <a:spcAft>
                <a:spcPts val="1100"/>
              </a:spcAft>
              <a:defRPr sz="1900"/>
            </a:pPr>
            <a:r>
              <a:t>Gemini Google Search grounding — web-based research</a:t>
            </a:r>
          </a:p>
          <a:p>
            <a:pPr>
              <a:spcAft>
                <a:spcPts val="1100"/>
              </a:spcAft>
              <a:defRPr sz="1900"/>
            </a:pPr>
            <a:r>
              <a:t>google-genai — Gemini API integration</a:t>
            </a:r>
          </a:p>
          <a:p>
            <a:pPr>
              <a:spcAft>
                <a:spcPts val="1100"/>
              </a:spcAft>
              <a:defRPr sz="1900"/>
            </a:pPr>
            <a:r>
              <a:t>Requests — HTTP requests</a:t>
            </a:r>
          </a:p>
          <a:p>
            <a:pPr>
              <a:spcAft>
                <a:spcPts val="1100"/>
              </a:spcAft>
              <a:defRPr sz="1900"/>
            </a:pPr>
            <a:r>
              <a:t>BeautifulSoup — HTML parsing and text extraction</a:t>
            </a:r>
          </a:p>
          <a:p>
            <a:pPr>
              <a:spcAft>
                <a:spcPts val="1100"/>
              </a:spcAft>
              <a:defRPr sz="1900"/>
            </a:pPr>
            <a:r>
              <a:t>python-dotenv — environment variable management</a:t>
            </a:r>
          </a:p>
          <a:p>
            <a:pPr>
              <a:spcAft>
                <a:spcPts val="1100"/>
              </a:spcAft>
              <a:defRPr sz="1900"/>
            </a:pPr>
            <a:r>
              <a:t>JSON — structured research data</a:t>
            </a:r>
          </a:p>
          <a:p>
            <a:pPr>
              <a:spcAft>
                <a:spcPts val="1100"/>
              </a:spcAft>
              <a:defRPr sz="1900"/>
            </a:pPr>
            <a:r>
              <a:t>Markdown — final report format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research_report.md</a:t>
            </a:r>
          </a:p>
          <a:p>
            <a:pPr>
              <a:spcAft>
                <a:spcPts val="1100"/>
              </a:spcAft>
              <a:defRPr sz="1900"/>
            </a:pPr>
            <a:r>
              <a:t>A human-readable Markdown report containing the final synthesized research.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1100"/>
              </a:spcAft>
              <a:defRPr sz="1900"/>
            </a:pPr>
            <a:r>
              <a:t>research_trace.json</a:t>
            </a:r>
          </a:p>
          <a:p>
            <a:pPr>
              <a:spcAft>
                <a:spcPts val="1100"/>
              </a:spcAft>
              <a:defRPr sz="1900"/>
            </a:pPr>
            <a:r>
              <a:t>A structured record of the research process, including the original query, generated plan, research results, and collected sources.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1100"/>
              </a:spcAft>
              <a:defRPr sz="1900"/>
            </a:pPr>
            <a:r>
              <a:t>This makes the system's intermediate research process inspectable.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Security &amp; API Key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API credentials are stored in environment variables instead of source code.</a:t>
            </a:r>
          </a:p>
          <a:p>
            <a:pPr>
              <a:spcAft>
                <a:spcPts val="1100"/>
              </a:spcAft>
              <a:defRPr sz="1900"/>
            </a:pPr>
            <a:r>
              <a:t>A local .env file is used during development.</a:t>
            </a:r>
          </a:p>
          <a:p>
            <a:pPr>
              <a:spcAft>
                <a:spcPts val="1100"/>
              </a:spcAft>
              <a:defRPr sz="1900"/>
            </a:pPr>
            <a:r>
              <a:t>.env is excluded from Git using .gitignore.</a:t>
            </a:r>
          </a:p>
          <a:p>
            <a:pPr>
              <a:spcAft>
                <a:spcPts val="1100"/>
              </a:spcAft>
              <a:defRPr sz="1900"/>
            </a:pPr>
            <a:r>
              <a:t>API keys should never be committed to a public repository.</a:t>
            </a:r>
          </a:p>
          <a:p>
            <a:pPr>
              <a:spcAft>
                <a:spcPts val="1100"/>
              </a:spcAft>
              <a:defRPr sz="1900"/>
            </a:pPr>
            <a:r>
              <a:t>If a key is accidentally exposed, it should be revoked or rotated immediately.</a:t>
            </a:r>
          </a:p>
          <a:p>
            <a:pPr>
              <a:spcAft>
                <a:spcPts val="1100"/>
              </a:spcAft>
              <a:defRPr sz="1900"/>
            </a:pPr>
            <a:r>
              <a:t>This project previously triggered GitHub Push Protection, demonstrating why secret management is important.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What the Project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Multi-agent AI system design</a:t>
            </a:r>
          </a:p>
          <a:p>
            <a:pPr>
              <a:spcAft>
                <a:spcPts val="1100"/>
              </a:spcAft>
              <a:defRPr sz="1900"/>
            </a:pPr>
            <a:r>
              <a:t>LLM orchestration</a:t>
            </a:r>
          </a:p>
          <a:p>
            <a:pPr>
              <a:spcAft>
                <a:spcPts val="1100"/>
              </a:spcAft>
              <a:defRPr sz="1900"/>
            </a:pPr>
            <a:r>
              <a:t>Prompt engineering</a:t>
            </a:r>
          </a:p>
          <a:p>
            <a:pPr>
              <a:spcAft>
                <a:spcPts val="1100"/>
              </a:spcAft>
              <a:defRPr sz="1900"/>
            </a:pPr>
            <a:r>
              <a:t>Structured JSON generation</a:t>
            </a:r>
          </a:p>
          <a:p>
            <a:pPr>
              <a:spcAft>
                <a:spcPts val="1100"/>
              </a:spcAft>
              <a:defRPr sz="1900"/>
            </a:pPr>
            <a:r>
              <a:t>Grounded AI research</a:t>
            </a:r>
          </a:p>
          <a:p>
            <a:pPr>
              <a:spcAft>
                <a:spcPts val="1100"/>
              </a:spcAft>
              <a:defRPr sz="1900"/>
            </a:pPr>
            <a:r>
              <a:t>Web scraping and content extraction</a:t>
            </a:r>
          </a:p>
          <a:p>
            <a:pPr>
              <a:spcAft>
                <a:spcPts val="1100"/>
              </a:spcAft>
              <a:defRPr sz="1900"/>
            </a:pPr>
            <a:r>
              <a:t>Evidence synthesis</a:t>
            </a:r>
          </a:p>
          <a:p>
            <a:pPr>
              <a:spcAft>
                <a:spcPts val="1100"/>
              </a:spcAft>
              <a:defRPr sz="1900"/>
            </a:pPr>
            <a:r>
              <a:t>Modular Python architecture</a:t>
            </a:r>
          </a:p>
          <a:p>
            <a:pPr>
              <a:spcAft>
                <a:spcPts val="1100"/>
              </a:spcAft>
              <a:defRPr sz="1900"/>
            </a:pPr>
            <a:r>
              <a:t>Automated report generation</a:t>
            </a:r>
          </a:p>
          <a:p>
            <a:pPr>
              <a:spcAft>
                <a:spcPts val="1100"/>
              </a:spcAft>
              <a:defRPr sz="1900"/>
            </a:pPr>
            <a:r>
              <a:t>Secure environment-variable based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Source-quality scoring and citation verification</a:t>
            </a:r>
          </a:p>
          <a:p>
            <a:pPr>
              <a:spcAft>
                <a:spcPts val="1100"/>
              </a:spcAft>
              <a:defRPr sz="1900"/>
            </a:pPr>
            <a:r>
              <a:t>Better source deduplication</a:t>
            </a:r>
          </a:p>
          <a:p>
            <a:pPr>
              <a:spcAft>
                <a:spcPts val="1100"/>
              </a:spcAft>
              <a:defRPr sz="1900"/>
            </a:pPr>
            <a:r>
              <a:t>Parallel or asynchronous web scraping</a:t>
            </a:r>
          </a:p>
          <a:p>
            <a:pPr>
              <a:spcAft>
                <a:spcPts val="1100"/>
              </a:spcAft>
              <a:defRPr sz="1900"/>
            </a:pPr>
            <a:r>
              <a:t>More comprehensive testing and logging</a:t>
            </a:r>
          </a:p>
          <a:p>
            <a:pPr>
              <a:spcAft>
                <a:spcPts val="1100"/>
              </a:spcAft>
              <a:defRPr sz="1900"/>
            </a:pPr>
            <a:r>
              <a:t>Persistent research history</a:t>
            </a:r>
          </a:p>
          <a:p>
            <a:pPr>
              <a:spcAft>
                <a:spcPts val="1100"/>
              </a:spcAft>
              <a:defRPr sz="1900"/>
            </a:pPr>
            <a:r>
              <a:t>Web-based user interface</a:t>
            </a:r>
          </a:p>
          <a:p>
            <a:pPr>
              <a:spcAft>
                <a:spcPts val="1100"/>
              </a:spcAft>
              <a:defRPr sz="1900"/>
            </a:pPr>
            <a:r>
              <a:t>PDF report generation</a:t>
            </a:r>
          </a:p>
          <a:p>
            <a:pPr>
              <a:spcAft>
                <a:spcPts val="1100"/>
              </a:spcAft>
              <a:defRPr sz="1900"/>
            </a:pPr>
            <a:r>
              <a:t>Configurable research depth and source limits</a:t>
            </a:r>
          </a:p>
          <a:p>
            <a:pPr>
              <a:spcAft>
                <a:spcPts val="1100"/>
              </a:spcAft>
              <a:defRPr sz="1900"/>
            </a:pPr>
            <a:r>
              <a:t>Support for multiple AI models</a:t>
            </a:r>
          </a:p>
          <a:p>
            <a:pPr>
              <a:spcAft>
                <a:spcPts val="1100"/>
              </a:spcAft>
              <a:defRPr sz="1900"/>
            </a:pPr>
            <a:r>
              <a:t>Automated evaluation of research 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The project turns an open-ended research question into a structured multi-stage AI workflow.</a:t>
            </a:r>
          </a:p>
          <a:p>
            <a:pPr>
              <a:spcAft>
                <a:spcPts val="1100"/>
              </a:spcAft>
              <a:defRPr sz="1900"/>
            </a:pPr>
            <a:r>
              <a:t>Each agent has a specific responsibility, making the system modular and easier to extend.</a:t>
            </a:r>
          </a:p>
          <a:p>
            <a:pPr>
              <a:spcAft>
                <a:spcPts val="1100"/>
              </a:spcAft>
              <a:defRPr sz="1900"/>
            </a:pPr>
            <a:r>
              <a:t>Web grounding and source collection provide evidence for the generated report.</a:t>
            </a:r>
          </a:p>
          <a:p>
            <a:pPr>
              <a:spcAft>
                <a:spcPts val="1100"/>
              </a:spcAft>
              <a:defRPr sz="1900"/>
            </a:pPr>
            <a:r>
              <a:t>The final system produces both a readable report and a machine-readable research trace.</a:t>
            </a:r>
          </a:p>
          <a:p>
            <a:pPr>
              <a:spcAft>
                <a:spcPts val="1100"/>
              </a:spcAft>
              <a:defRPr sz="1900"/>
            </a:pPr>
            <a:r>
              <a:t>Overall, it is a practical demonstration of AI agents, web research, scraping, and automated information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